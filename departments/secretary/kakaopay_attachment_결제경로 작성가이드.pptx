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7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45"/>
    <p:restoredTop sz="94595"/>
  </p:normalViewPr>
  <p:slideViewPr>
    <p:cSldViewPr snapToGrid="0">
      <p:cViewPr varScale="1">
        <p:scale>
          <a:sx n="115" d="100"/>
          <a:sy n="115" d="100"/>
        </p:scale>
        <p:origin x="9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4D505-3114-834B-B00E-FC287430C023}" type="datetimeFigureOut">
              <a:rPr kumimoji="1" lang="ko-KR" altLang="en-US" smtClean="0"/>
              <a:t>2023. 11. 27.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81396-CC89-2B4A-9638-C7B44A727EA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227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6A75A-D678-937F-6925-92D3D9356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409D8E-CAEB-A595-2C5E-19EE13E3F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248FD-9FE3-4570-4103-72BF7F32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9DB018-2095-E46B-0A44-A4AB0C4F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D1F10-BDE2-5C5C-AE4A-BFD76EC3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0954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32E77-D592-B665-B966-F73CF2BCE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AAE6F7-CF67-83C0-8DBE-E90F7F1E7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A33CBD-C5D2-097F-AAB5-A157E9BE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48F01-91D1-CDF3-A263-39A1FAEA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38C756-B6A1-470B-969C-40B3BCA9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1459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6DF4A-98E2-4D10-97C2-9351D8EA7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84618B-17E4-BB51-F17D-3592E64BF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95DA68-E7FB-E2EC-3995-E6DDE4E6E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3F031-5876-9F05-6844-44F686C18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28C580-D62C-EBB1-759E-68FE2C8C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54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31CE9-63D9-DFB7-579D-6905A2B3A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F8CFAB-8C2A-DA03-E542-33C09F971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FBF1EA-9DDC-1F20-78BD-2082EBA39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20FC80-92D5-1496-20AF-536D3590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223180-66FB-578E-F5DD-8575C59E3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514854-23B5-049E-1E65-B591AA4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331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551A7-89A5-E06E-6281-F9F5AF51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91AC1B-549A-A343-79FD-B212288E0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02E29A-041F-3729-C66A-91FB88B41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D06EEB-074D-1059-DABB-D6E064076A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B0DF20-9DDC-F2A7-B6D4-004280933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C599DD-496E-E925-84A2-54F038CB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71340C-5445-55E1-A9D7-A216611F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B2404A-C2F6-1AAA-EA49-C7A46D56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9331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FA3AF-5DC2-A8DE-A951-3F688D0C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CEA7CB-0D6E-EF21-9AE4-C245B877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2DDE7C-B878-2AC2-7EE3-C1872329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3880C-2287-FB0E-F1AB-13D47227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0975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A11E92-A71A-EE01-2C01-09D7EC4F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E11CC4-E878-B9EB-E822-5D553263D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485056-BEE3-E357-0317-ED8DA3ED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44038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12149-3C96-3D21-5E21-C9E6C804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7D7AE-1B5F-4F9E-529B-9CE37DFEC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4F0F61-1FBF-E254-FCDE-4A5931332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36504E-7095-9119-67DE-5D17C0CE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32FA2-C265-20D2-88C1-011E625D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B876E5-A06D-381A-C7B3-50C07FC0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08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B6C33-DCFE-F7A3-044F-390D3C75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A59733-DF56-6664-2284-4328CB55C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8275A0-B6F6-EF2F-0A32-678957829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14C9D3-DF4E-4B90-5639-0DA525660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20C6A9-F2E1-5862-8D30-8814BC51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DB58F3-D364-FBDE-FF53-457BA34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544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9CA5A-7A38-8F88-46D2-168B3D62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C5DBF-9AD1-9E50-A2FE-EDCD301EE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33FA2A-5457-7731-6B37-53C59CCE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A6E4A5-A27A-A8D3-EF1A-2CACC31A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B09F34-5400-BCC7-6042-6BDEB001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9608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345218-3D96-D5C2-9F30-4E30A4F85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BF3C80-E505-95DE-9A9F-CF5444FB4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16B3F6-49D4-A2D8-F936-85019439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24761-1052-18CC-216A-3D1BE3F1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D67B87-1746-1987-3724-8DA4D9B80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61359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타이틀강조형 (1단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직사각형"/>
          <p:cNvSpPr>
            <a:spLocks noGrp="1"/>
          </p:cNvSpPr>
          <p:nvPr>
            <p:ph type="body" idx="21"/>
          </p:nvPr>
        </p:nvSpPr>
        <p:spPr>
          <a:xfrm>
            <a:off x="316709" y="1744791"/>
            <a:ext cx="11558583" cy="4799621"/>
          </a:xfrm>
          <a:prstGeom prst="rect">
            <a:avLst/>
          </a:prstGeom>
          <a:solidFill>
            <a:srgbClr val="FFEB00">
              <a:alpha val="20000"/>
            </a:srgbClr>
          </a:solidFill>
        </p:spPr>
        <p:txBody>
          <a:bodyPr anchor="ctr">
            <a:noAutofit/>
          </a:bodyPr>
          <a:lstStyle>
            <a:lvl1pPr marL="0" indent="0" algn="ctr" defTabSz="412750">
              <a:buSzTx/>
              <a:buNone/>
              <a:defRPr sz="3200">
                <a:solidFill>
                  <a:srgbClr val="FFFFFF"/>
                </a:solidFill>
                <a:latin typeface="Helvetica Neue Medium"/>
                <a:cs typeface="Helvetica Neue Medium"/>
                <a:sym typeface="Helvetica Neue Medium"/>
              </a:defRPr>
            </a:lvl1pPr>
          </a:lstStyle>
          <a:p>
            <a:pPr marL="0" indent="0" algn="ctr" defTabSz="825500">
              <a:buSzTx/>
              <a:buNone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16" name="컨텐츠 내용 작성 가능영역"/>
          <p:cNvSpPr txBox="1">
            <a:spLocks noGrp="1"/>
          </p:cNvSpPr>
          <p:nvPr>
            <p:ph type="body" sz="quarter" idx="22"/>
          </p:nvPr>
        </p:nvSpPr>
        <p:spPr>
          <a:xfrm>
            <a:off x="4042601" y="3605203"/>
            <a:ext cx="4676280" cy="507831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>
              <a:buSzTx/>
              <a:buNone/>
              <a:defRPr sz="3000"/>
            </a:lvl1pPr>
          </a:lstStyle>
          <a:p>
            <a:r>
              <a:t>컨텐츠 내용 작성 가능영역</a:t>
            </a:r>
          </a:p>
        </p:txBody>
      </p:sp>
      <p:sp>
        <p:nvSpPr>
          <p:cNvPr id="117" name="타이틀 (최대 16자 이내 권장)"/>
          <p:cNvSpPr txBox="1">
            <a:spLocks noGrp="1"/>
          </p:cNvSpPr>
          <p:nvPr>
            <p:ph type="body" sz="quarter" idx="23"/>
          </p:nvPr>
        </p:nvSpPr>
        <p:spPr>
          <a:xfrm>
            <a:off x="293539" y="1076726"/>
            <a:ext cx="5003293" cy="507831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>
              <a:buSzTx/>
              <a:buNone/>
              <a:defRPr sz="3000"/>
            </a:lvl1pPr>
          </a:lstStyle>
          <a:p>
            <a:r>
              <a:t>타이틀 (최대 16자 이내 권장)</a:t>
            </a:r>
          </a:p>
        </p:txBody>
      </p:sp>
      <p:sp>
        <p:nvSpPr>
          <p:cNvPr id="118" name="카테고리(대)"/>
          <p:cNvSpPr txBox="1">
            <a:spLocks noGrp="1"/>
          </p:cNvSpPr>
          <p:nvPr>
            <p:ph type="body" sz="quarter" idx="24"/>
          </p:nvPr>
        </p:nvSpPr>
        <p:spPr>
          <a:xfrm>
            <a:off x="298450" y="234950"/>
            <a:ext cx="2198038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SzTx/>
              <a:buNone/>
            </a:lvl1pPr>
          </a:lstStyle>
          <a:p>
            <a:r>
              <a:t>카테고리(대)</a:t>
            </a:r>
          </a:p>
        </p:txBody>
      </p:sp>
      <p:sp>
        <p:nvSpPr>
          <p:cNvPr id="119" name="카테고리(소)"/>
          <p:cNvSpPr txBox="1">
            <a:spLocks noGrp="1"/>
          </p:cNvSpPr>
          <p:nvPr>
            <p:ph type="body" sz="quarter" idx="25"/>
          </p:nvPr>
        </p:nvSpPr>
        <p:spPr>
          <a:xfrm>
            <a:off x="2008717" y="234950"/>
            <a:ext cx="2198038" cy="48013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SzTx/>
              <a:buNone/>
              <a:defRPr>
                <a:latin typeface="카카오큰글씨 OTF Bold"/>
                <a:ea typeface="카카오큰글씨 OTF Bold"/>
                <a:cs typeface="카카오큰글씨 OTF Bold"/>
                <a:sym typeface="카카오큰글씨 OTF Bold"/>
              </a:defRPr>
            </a:lvl1pPr>
          </a:lstStyle>
          <a:p>
            <a:r>
              <a:t>카테고리(소)</a:t>
            </a:r>
          </a:p>
        </p:txBody>
      </p:sp>
      <p:sp>
        <p:nvSpPr>
          <p:cNvPr id="12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685275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52BD27-6713-53CE-3A96-CCAABA0D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9849AF-4433-48D4-CC41-9CEC2FE23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B2CC7-8E4F-2683-ED8D-031FC6DF2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77E53-2857-BA48-91EA-30B953273460}" type="datetimeFigureOut">
              <a:rPr kumimoji="1" lang="ko-Kore-KR" altLang="en-US" smtClean="0"/>
              <a:t>2023. 11. 27.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8032B-D8CC-EB67-E6A7-F1B33119D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417E82-1F98-6392-CB0E-636CDE5B1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AD02C-F65E-2B49-9229-BC0F8E23784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0578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3239990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1.</a:t>
            </a:r>
            <a:r>
              <a:rPr lang="ko-KR" altLang="en-US" sz="1600" dirty="0"/>
              <a:t> 가맹점 홈페이지 메인화면 캡쳐 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1" y="841000"/>
            <a:ext cx="7726698" cy="313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가맹점 홈페이지 메인화면 캡쳐 및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URL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2326278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2.</a:t>
            </a:r>
            <a:r>
              <a:rPr lang="ko-KR" altLang="en-US" sz="1600" dirty="0"/>
              <a:t> 가맹점 하단정보 캡쳐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1" y="841000"/>
            <a:ext cx="7726698" cy="313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가맹점 홈페이지 하단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푸터정보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 캡쳐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21260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2829621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3.</a:t>
            </a:r>
            <a:r>
              <a:rPr lang="ko-KR" altLang="en-US" sz="1600" dirty="0"/>
              <a:t> 가맹점 로그인 페이지 캡쳐 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1" y="841000"/>
            <a:ext cx="7726698" cy="567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비회원 구매가 불가한 가맹점에 대해 로그인 페이지 캡쳐 및 테스트 계정 정보 기재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비회원 구매가 가능한 경우 해당 페이지는 </a:t>
            </a:r>
            <a:r>
              <a:rPr lang="ko-KR" altLang="en-US" sz="1100" b="1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생략가능 </a:t>
            </a:r>
            <a:endParaRPr lang="en-US" altLang="ko-KR" sz="1100" b="1" u="sng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8581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2829621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4.</a:t>
            </a:r>
            <a:r>
              <a:rPr lang="ko-KR" altLang="en-US" sz="1600" dirty="0"/>
              <a:t> 주요 판매상품 페이지 캡쳐 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1" y="841000"/>
            <a:ext cx="7726698" cy="567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주요 판매상품이 업로드된 페이지 캡쳐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FB6EE-4BBF-929C-B9B7-83C4A2DA1288}"/>
              </a:ext>
            </a:extLst>
          </p:cNvPr>
          <p:cNvSpPr txBox="1"/>
          <p:nvPr/>
        </p:nvSpPr>
        <p:spPr>
          <a:xfrm>
            <a:off x="429527" y="1243913"/>
            <a:ext cx="148700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단건</a:t>
            </a:r>
            <a:r>
              <a:rPr lang="en-US" altLang="ko-KR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결제</a:t>
            </a:r>
            <a:endParaRPr lang="en-US" altLang="ko-KR" sz="1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867310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3406702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4-1.</a:t>
            </a:r>
            <a:r>
              <a:rPr lang="ko-KR" altLang="en-US" sz="1600" dirty="0"/>
              <a:t> 판매상품 상세설명 페이지 캡쳐 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1" y="841000"/>
            <a:ext cx="7726698" cy="82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판매상품에 대한 제품 상세설명 페이지 캡쳐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(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상품명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,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 판매가격 등 판매상품에 대한 정보 포함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상세설명 페이지가 기재되지 않은 가맹점의 경우 </a:t>
            </a:r>
            <a:r>
              <a:rPr lang="ko-KR" altLang="en-US" sz="1100" b="1" u="sng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생략가능 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24796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2403222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5.</a:t>
            </a:r>
            <a:r>
              <a:rPr lang="ko-KR" altLang="en-US" sz="1600" dirty="0"/>
              <a:t> 일반 </a:t>
            </a:r>
            <a:r>
              <a:rPr lang="en-US" altLang="ko-KR" sz="1600" dirty="0"/>
              <a:t>PG</a:t>
            </a:r>
            <a:r>
              <a:rPr lang="ko-KR" altLang="en-US" sz="1600" dirty="0"/>
              <a:t>결제화면 캡쳐 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1" y="841000"/>
            <a:ext cx="7726698" cy="567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판매상품에 대한 일반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PG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결제창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 화면 캡쳐 필요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일반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PG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창 오류 또는 무통장 입금만 가능할 경우 카카오페이 단독연동 페이지로 대체 가능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81031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2829621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6.</a:t>
            </a:r>
            <a:r>
              <a:rPr lang="ko-KR" altLang="en-US" sz="1600" dirty="0"/>
              <a:t> 주요 판매상품 페이지 캡쳐 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0" y="841000"/>
            <a:ext cx="9097023" cy="313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결제형태가 복수인 경우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(ex. 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대표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/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정기 등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)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4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번 항목에 포함한 결제형태 이외의 상품에 대한 상품소개 및 상품설명 페이지 캡쳐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614B82-CE3D-77F9-BA87-0D951FD0B2F6}"/>
              </a:ext>
            </a:extLst>
          </p:cNvPr>
          <p:cNvSpPr txBox="1"/>
          <p:nvPr/>
        </p:nvSpPr>
        <p:spPr>
          <a:xfrm>
            <a:off x="429527" y="1321308"/>
            <a:ext cx="148700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정기 결제</a:t>
            </a:r>
            <a:endParaRPr lang="en-US" altLang="ko-KR" sz="1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039700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대출 중개 영역 내 압도적 1위 위상 강화"/>
          <p:cNvSpPr txBox="1">
            <a:spLocks noGrp="1"/>
          </p:cNvSpPr>
          <p:nvPr>
            <p:ph type="body" idx="23"/>
          </p:nvPr>
        </p:nvSpPr>
        <p:spPr>
          <a:xfrm>
            <a:off x="359211" y="360244"/>
            <a:ext cx="2403222" cy="313932"/>
          </a:xfrm>
          <a:prstGeom prst="rect">
            <a:avLst/>
          </a:prstGeom>
        </p:spPr>
        <p:txBody>
          <a:bodyPr/>
          <a:lstStyle/>
          <a:p>
            <a:r>
              <a:rPr lang="en-US" altLang="ko-KR" sz="1600" dirty="0"/>
              <a:t>7.</a:t>
            </a:r>
            <a:r>
              <a:rPr lang="ko-KR" altLang="en-US" sz="1600" dirty="0"/>
              <a:t> 일반 </a:t>
            </a:r>
            <a:r>
              <a:rPr lang="en-US" altLang="ko-KR" sz="1600" dirty="0"/>
              <a:t>PG</a:t>
            </a:r>
            <a:r>
              <a:rPr lang="ko-KR" altLang="en-US" sz="1600" dirty="0"/>
              <a:t>결제화면 캡쳐 </a:t>
            </a:r>
            <a:endParaRPr sz="1600" dirty="0"/>
          </a:p>
        </p:txBody>
      </p:sp>
      <p:sp>
        <p:nvSpPr>
          <p:cNvPr id="274" name="선"/>
          <p:cNvSpPr/>
          <p:nvPr/>
        </p:nvSpPr>
        <p:spPr>
          <a:xfrm>
            <a:off x="386529" y="728486"/>
            <a:ext cx="3060000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25400" tIns="25400" rIns="25400" bIns="25400" anchor="ctr"/>
          <a:lstStyle/>
          <a:p>
            <a:endParaRPr sz="9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828826-C408-A5CD-BDEB-F8A5A9F99E5F}"/>
              </a:ext>
            </a:extLst>
          </p:cNvPr>
          <p:cNvSpPr/>
          <p:nvPr/>
        </p:nvSpPr>
        <p:spPr>
          <a:xfrm>
            <a:off x="359211" y="841000"/>
            <a:ext cx="7726698" cy="567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판매상품에 대한 일반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PG </a:t>
            </a:r>
            <a:r>
              <a:rPr lang="ko-KR" altLang="en-US" sz="11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결제창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 화면 캡쳐 필요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일반</a:t>
            </a:r>
            <a:r>
              <a: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PG</a:t>
            </a:r>
            <a:r>
              <a: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  <a:cs typeface="Calibri" panose="020F0502020204030204" pitchFamily="34" charset="0"/>
              </a:rPr>
              <a:t>창 오류 또는 무통장 입금만 가능할 경우 카카오페이 단독연동 페이지로 대체 가능</a:t>
            </a:r>
            <a:endParaRPr lang="en-US" altLang="ko-KR" sz="1100" dirty="0">
              <a:latin typeface="맑은 고딕" panose="020B0503020000020004" pitchFamily="50" charset="-127"/>
              <a:ea typeface="맑은 고딕" panose="020B0503020000020004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29210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178</Words>
  <Application>Microsoft Macintosh PowerPoint</Application>
  <PresentationFormat>와이드스크린</PresentationFormat>
  <Paragraphs>22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카카오큰글씨 OTF Bold</vt:lpstr>
      <vt:lpstr>Malgun Gothic</vt:lpstr>
      <vt:lpstr>Malgun Gothic</vt:lpstr>
      <vt:lpstr>Arial</vt:lpstr>
      <vt:lpstr>Calibri</vt:lpstr>
      <vt:lpstr>Calibri Light</vt:lpstr>
      <vt:lpstr>Helvetica Neue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hannah.ksn</dc:creator>
  <cp:lastModifiedBy>sophy.lll22</cp:lastModifiedBy>
  <cp:revision>32</cp:revision>
  <dcterms:created xsi:type="dcterms:W3CDTF">2023-06-05T04:31:12Z</dcterms:created>
  <dcterms:modified xsi:type="dcterms:W3CDTF">2023-11-27T07:31:37Z</dcterms:modified>
</cp:coreProperties>
</file>