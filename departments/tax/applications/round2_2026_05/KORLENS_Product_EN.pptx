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01010"/>
                </a:solidFill>
                <a:latin typeface="Calibri"/>
              </a:rPr>
              <a:t>KORLENS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D9534F"/>
                </a:solidFill>
                <a:latin typeface="Calibri"/>
              </a:rPr>
              <a:t>AI Travel Guide for Inbound Korea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4-language AI recommendations + 'Local's Pick' curation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KunStudio (Biz# 552-59-00848)   |   Gyeongju, Republic of Korea   |   Application: KTO 2026 Tourism Data x AI Support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Company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1-person AI studio launched April 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2024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KunStudio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Founder / CEO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Hong Deokhun (b.1985, age 41)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Business Reg. No.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552-59-00848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HQ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Gyeongju, Gyeongsangbuk-do (non-capital region)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ICT / Application SW Development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Founded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2026-04-01 (1-month-old early-stage)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Tax Type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Simplified taxpayer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Headcount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 (solo founder)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Core Tech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Claude Agent SDK + Pollinations Flux + Suno + Python automation + RAG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Live Channels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Vercel / Google Play / Amazon KDP / PayPal / Gumroad / YouTube x5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344658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Live Services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Cheonmyeongdang, KORLENS, Tax-N-Benefit, K-Wisdom YT, HexDrop +7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344664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Gov. Grant History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None (2026 first application)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Why KORLENS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AI gap in Korea's 30M+ inbound tourism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latin typeface="Calibri"/>
              </a:rPr>
              <a:t>Korea welcomes 16.4M+ foreign tourists/year (2024) - target 23M by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  <a:latin typeface="Calibri"/>
              </a:rPr>
              <a:t>Yet a 4-language AI recommendation guide with 'Local's Pick' algorithm is virtually absent.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5394960" cy="292608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55555"/>
                </a:solidFill>
                <a:latin typeface="Calibri"/>
              </a:rPr>
              <a:t>Existing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033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55555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Visit Korea / Triple / MyRealTrip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555555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Static lists ('Top 100 cherry blossom spots')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555555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Fragmented data, no AI personalization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555555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Mostly English-only or Korean-only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10896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534F"/>
                </a:solidFill>
                <a:latin typeface="Calibri"/>
              </a:rPr>
              <a:t>KORLENS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D9534F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AI recommendation x travel style match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9534F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'Local's Pick' algorithm (real Korean favorites)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9534F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4 languages simultaneously (KR/EN/JP/CN)</a:t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D9534F"/>
                </a:solidFill>
                <a:latin typeface="Calibri"/>
              </a:rPr>
              <a:t>■  </a:t>
            </a:r>
            <a:r>
              <a:rPr sz="1300">
                <a:solidFill>
                  <a:srgbClr val="101010"/>
                </a:solidFill>
                <a:latin typeface="Calibri"/>
              </a:rPr>
              <a:t>Auto affiliate matching: hotel + activity + dining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Service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Core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109728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AI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User travel style x Korea regional matching engine. Personalized itineraries via Claude Sonnet 4.6.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9659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109728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Local's Pick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6974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Curation of restaurants, cafes and experiences Koreans actually visit - not tourist traps.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965960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65960"/>
            <a:ext cx="109728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148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4-Language Auto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6974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Korean source translated to EN / JP / CN simultaneously. One content -&gt; 4 markets.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25112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325112"/>
            <a:ext cx="109728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079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Affiliate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Hotels (Booking.com) + Activities (Klook) + Dining (Naver) auto-bound to recommendations.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325112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325112"/>
            <a:ext cx="109728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5079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Premium Guide 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5056632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Region-specific premium PDFs at KRW 5,000 - 19,900 (Jeju, Gyeongju, Busan, Seoul).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325112"/>
            <a:ext cx="36576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325112"/>
            <a:ext cx="109728" cy="219456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50799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Mobile +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056632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Live web at korlens.app + Android app on Google Play closed test track. iOS via PWA.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AI / 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Multi-modal automation built on Claude Agent SDK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LLM Reasoning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AI recommendations + 4-language translation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Image Gen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Pollinations Flux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Region-level SEO image generation (1,000+)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Supabase + Postgres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User and guide content database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Google OAuth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Global one-click signup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Edge / CDN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Vercel Edge Functions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Global low-latency response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Google Play Console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Android distribution (closed test); iOS via PWA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Maps / Places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Google Maps API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Location, places, reviews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Automation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Python schtask (90+)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24/7 content + monitoring without human ops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Eligibility &amp; Owned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All KTO program requirements satisfied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78992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Tourism-eligible SME: ICT / Application SW Development (KTO tourism-tech qualifying)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Live website: korlens.app  -  in production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Mobile app: Google Play Console closed test track active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Business registration: 552-59-00848 (issued 2026-04-01)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KORLENS submitted to KTO 2026-04-18 contest (track record with KTO)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Domain certificate: korlens.app owned</a:t>
            </a:r>
          </a:p>
          <a:p>
            <a:pPr algn="l">
              <a:lnSpc>
                <a:spcPct val="160000"/>
              </a:lnSpc>
            </a:pPr>
            <a:r>
              <a:rPr sz="1500" b="1">
                <a:solidFill>
                  <a:srgbClr val="D4AF37"/>
                </a:solidFill>
                <a:latin typeface="Calibri"/>
              </a:rPr>
              <a:t>■  </a:t>
            </a:r>
            <a:r>
              <a:rPr sz="1500">
                <a:solidFill>
                  <a:srgbClr val="101010"/>
                </a:solidFill>
                <a:latin typeface="Calibri"/>
              </a:rPr>
              <a:t>Non-capital region HQ (Gyeongju) - regional balance bonus eligible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7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Market - Korea Inbound Tourism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Source: KTO statistics, Google Trends Korea Travel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486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Source / Reference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5486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2024 inbound tourists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16.4M / yr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Korea Tourism Organization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2026 target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23.0M / yr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Government K-Tourism policy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MZ generation share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62 %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MZ foreigners are digital-first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Mobile guide search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47 %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Google Trends - Korea Travel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4-lang integrated AI guides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~ 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Competitive scan - whitespace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5486400"/>
            <a:ext cx="11155680" cy="86868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TAM / SAM / 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TAM 30M inbound  |  SAM 30% MZ EN/JP segment ~9M  |  SOM Y1 0.3% = ~27K MAU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8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Competitive 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Why KORLENS wins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7010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7010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AI personalization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Travel style x region match - none of the major incumbents have 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'Local's Pick'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Real Korean favorites vs. tourist-trap lists (proprietary curation)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4-language simultaneous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 Korean source -&gt; EN/JP/CN auto - no rival ships all 4 from day 1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Affiliate auto-binding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Booking.com + Klook + Naver dining bound at recommendation level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70104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Solo + 90+ automation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Run-rate that competitors hit only after a 5-person hire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Live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What's already running in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PayPal Live - 2026-05-03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5166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Smart Buttons live on Cheonmyeongdang. First global EN payment captured -&gt; proves cross-border revenue rail for KORLENS.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965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Gumroad - 27+ EN ebooks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5166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Korean culture / Saju / K-pop / K-beauty titles already selling globally. Same audience pool that KORLENS monetizes.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51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YouTube - 5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5166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K-Wisdom + Whisper Atlas + Wealth Blueprint + Inner Archetypes + Sori Atlas - daily auto-upload generates inbound funnel.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51960"/>
            <a:ext cx="55321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251960"/>
            <a:ext cx="5532120" cy="164592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526280"/>
            <a:ext cx="5166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1010"/>
                </a:solidFill>
                <a:latin typeface="Calibri"/>
              </a:rPr>
              <a:t>KORLENS - korlens.app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29200"/>
            <a:ext cx="5166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Web in production + Android closed-test track on Google Play. Submitted to KTO 2026-04-18 contest.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AI Solution Spend - KRW 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100% utilization plan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 (KRW)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Claude API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25M tokens/month for recommendation + translation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Pollinations Pro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1,000+ regional SEO images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Supabase Pro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1-year DB Pro plan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Google Maps API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Map / location / review data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100% of KRW 1M utilized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11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Campaign Spend - KRW 10M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Global English-first market push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Amount (KRW)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1) Global SNS ads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Pinterest English / TikTok English / Instagram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2) Content production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2,500,000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50 regional videos (Jeju / Gyeongju / Busan / Seoul)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3) Influencer marketing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2,000,000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5 K-travel English influencer collabs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4) English SEO blogging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1,500,000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30+ posts on Hashnode / Medium English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00891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5) Affiliate traffic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1,000,000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Google Ads - Korea Travel keywords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10,000,000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Global English market priority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12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Roadmap (Jun - Dec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Quarterly milestones with measurable KPI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96596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73152" marR="73152" marT="45720" marB="45720">
                    <a:solidFill>
                      <a:srgbClr val="101010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June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AI solution integration + Play Store live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DAU 100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July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Global English campaign launch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1,000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Aug - Sep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Affiliate scale (hotels / activities)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5,000  /  first revenue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Oct - Nov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Premium guide PDF x10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15,000  /  MRR KRW 3M</a:t>
                      </a:r>
                    </a:p>
                  </a:txBody>
                  <a:tcPr marL="73152" marR="73152" marT="45720" marB="45720">
                    <a:solidFill>
                      <a:srgbClr val="F7F7F7"/>
                    </a:solidFill>
                  </a:tcPr>
                </a:tc>
              </a:tr>
              <a:tr h="670560"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 b="1">
                          <a:solidFill>
                            <a:srgbClr val="101010"/>
                          </a:solidFill>
                          <a:latin typeface="Calibri"/>
                        </a:rPr>
                        <a:t>December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KTO-linked campaign report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/>
                    <a:lstStyle/>
                    <a:p>
                      <a:pPr algn="l"/>
                      <a:r>
                        <a:rPr sz="1100">
                          <a:solidFill>
                            <a:srgbClr val="101010"/>
                          </a:solidFill>
                          <a:latin typeface="Calibri"/>
                        </a:rPr>
                        <a:t>MAU 30,000  /  MRR KRW 5M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13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 founder + 90+ automated tasks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53035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53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Calibri"/>
              </a:rPr>
              <a:t>Hong Deokhun (Founder / CEO)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b. 1985, age 41 - based in Gyeongju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49377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Solo operator of multi-agent Claude SDK architecture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Built 13 automation departments in 1 month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8 apps in Google Play review, 27+ KDP ebooks shipped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9534F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Direct technical owner of KORLENS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965960"/>
            <a:ext cx="55778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010"/>
                </a:solidFill>
                <a:latin typeface="Calibri"/>
              </a:rPr>
              <a:t>External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97480"/>
            <a:ext cx="5212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KTO - submitted to 2026-04-18 KORLENS contest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Tax accountant - corporate / VAT advisory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BillGate PG - payment infra (sister product)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Anthropic API - core LLM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D4AF37"/>
                </a:solidFill>
                <a:latin typeface="Calibri"/>
              </a:rPr>
              <a:t>■  </a:t>
            </a:r>
            <a:r>
              <a:rPr sz="1200">
                <a:solidFill>
                  <a:srgbClr val="101010"/>
                </a:solidFill>
                <a:latin typeface="Calibri"/>
              </a:rPr>
              <a:t>Google Cloud / Vercel / Supabase - cloud stack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14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Public value beyond commercial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7899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600" b="1">
                <a:solidFill>
                  <a:srgbClr val="D9534F"/>
                </a:solidFill>
                <a:latin typeface="Calibri"/>
              </a:rPr>
              <a:t>■  </a:t>
            </a:r>
            <a:r>
              <a:rPr sz="1600">
                <a:solidFill>
                  <a:srgbClr val="101010"/>
                </a:solidFill>
                <a:latin typeface="Calibri"/>
              </a:rPr>
              <a:t>Closes the 4-language digital guide gap for Korea inbound travel</a:t>
            </a:r>
          </a:p>
          <a:p>
            <a:pPr algn="l">
              <a:lnSpc>
                <a:spcPct val="170000"/>
              </a:lnSpc>
            </a:pPr>
            <a:r>
              <a:rPr sz="1600" b="1">
                <a:solidFill>
                  <a:srgbClr val="D9534F"/>
                </a:solidFill>
                <a:latin typeface="Calibri"/>
              </a:rPr>
              <a:t>■  </a:t>
            </a:r>
            <a:r>
              <a:rPr sz="1600">
                <a:solidFill>
                  <a:srgbClr val="101010"/>
                </a:solidFill>
                <a:latin typeface="Calibri"/>
              </a:rPr>
              <a:t>Expands non-capital region tourism curation - Gyeongju HQ secures min. 30% non-capital traffic</a:t>
            </a:r>
          </a:p>
          <a:p>
            <a:pPr algn="l">
              <a:lnSpc>
                <a:spcPct val="170000"/>
              </a:lnSpc>
            </a:pPr>
            <a:r>
              <a:rPr sz="1600" b="1">
                <a:solidFill>
                  <a:srgbClr val="D9534F"/>
                </a:solidFill>
                <a:latin typeface="Calibri"/>
              </a:rPr>
              <a:t>■  </a:t>
            </a:r>
            <a:r>
              <a:rPr sz="1600">
                <a:solidFill>
                  <a:srgbClr val="101010"/>
                </a:solidFill>
                <a:latin typeface="Calibri"/>
              </a:rPr>
              <a:t>Showcase case of AI applied to tourism - contributes to KTO best-practice library</a:t>
            </a:r>
          </a:p>
          <a:p>
            <a:pPr algn="l">
              <a:lnSpc>
                <a:spcPct val="170000"/>
              </a:lnSpc>
            </a:pPr>
            <a:r>
              <a:rPr sz="1600" b="1">
                <a:solidFill>
                  <a:srgbClr val="D9534F"/>
                </a:solidFill>
                <a:latin typeface="Calibri"/>
              </a:rPr>
              <a:t>■  </a:t>
            </a:r>
            <a:r>
              <a:rPr sz="1600">
                <a:solidFill>
                  <a:srgbClr val="101010"/>
                </a:solidFill>
                <a:latin typeface="Calibri"/>
              </a:rPr>
              <a:t>Affiliate revenue pipes directly to local SMEs (hotels / restaurants / activity operators)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Global #1 'Korean culture x AI' platform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402336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4AF37"/>
                </a:solidFill>
                <a:latin typeface="Calibri"/>
              </a:rPr>
              <a:t>Korea is the next global cultural 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10058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Calibri"/>
              </a:rPr>
              <a:t>After BTS and K-drama, the next K-soft-power layer is digital, AI-native, and personalized. KORLENS is the inbound-travel pillar of KunStudio's 4-axis stack (Cheonmyeongdang Saju AI, KORLENS travel AI, Tax-N-Benefit civic AI, K-Wisdom YouTube). Within 100 days the goal is KRW 1B revenue, within 1 year a Series A round.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926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KORLENS  |  AI Travel Guide for Inbound Korea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29260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16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64592" cy="5029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86868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D9534F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8686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101010"/>
                </a:solidFill>
                <a:latin typeface="Calibri"/>
              </a:rP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Live links and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KORLENS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https://korlens.app  (live web + Android closed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Cheonmyeongdang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5146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https://cheonmyeongdang.vercel.app  (PayPal global live 2026-05-03)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Tax-N-Benefit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https://tax-n-benefit-api.vercel.app  (BillGate PG)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2044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Google Play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2044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Closed-test track 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02336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ghdejr11@gmail.com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HQ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2628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Gyeongju, Gyeongsangbuk-do, Republic of Korea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292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534F"/>
                </a:solidFill>
                <a:latin typeface="Calibri"/>
              </a:rPr>
              <a:t>Business Reg. 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2920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  <a:latin typeface="Calibri"/>
              </a:rPr>
              <a:t>552-59-00848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D4AF37"/>
                </a:solidFill>
                <a:latin typeface="Calibri"/>
              </a:rPr>
              <a:t>Thank you - KunStudio  |  KORLENS  |  Inbound Korea, AI-guided.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