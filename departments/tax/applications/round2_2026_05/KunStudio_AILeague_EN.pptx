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01010"/>
                </a:solidFill>
                <a:latin typeface="Calibri"/>
              </a:rPr>
              <a:t>KunStudio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Korean Culture x AI - 3 Live Products, 1 Solo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Cheonmyeongdang  |  Tax-N-Benefit  |  KORLENS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K-Startup AI League 2026  -  Initial-stage AI under 3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KunStudio (Biz# 552-59-00848)   |   Gyeongju, Republic of Korea   |   Founded 2026-04-01   |   First gov.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Company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Solo AI studio, Gyeongju HQ, founded April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2024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KunStudio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Founder / CEO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Hong Deokhun (b.1985, age 41)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Business Reg. No.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552-59-00848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HQ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Gyeongju, Gyeongsangbuk-do (non-capital region)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ICT / Application SW Development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Founded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2026-04-01 (1-month-old early-stage)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Tax Type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Simplified taxpayer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Headcount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 (solo founder)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Core Tech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Claude Agent SDK + Pollinations Flux + Suno + Python automation + RAG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Live Channels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Vercel / Google Play / Amazon KDP / PayPal / Gumroad / YouTube x5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Live Services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Cheonmyeongdang, KORLENS, Tax-N-Benefit, K-Wisdom YT, HexDrop +7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Gov. Grant History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None (2026 first application)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3 Market Gaps Korean AI Startups Missed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Each gap is a live KunStudio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37033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Gap 1 - Saju AI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337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Korean traditional culture (Saju / face / compatibility) -&gt; global AI-ization is virtually absent.  Astrology market $13B/yr, no English Saju 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303520"/>
            <a:ext cx="3246120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03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9534F"/>
                </a:solidFill>
                <a:latin typeface="Calibri"/>
              </a:rPr>
              <a:t>Live product:  Cheonmyeongdang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965960"/>
            <a:ext cx="37033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Gap 2 - Tax Refund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337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10M Korean self-employed people miss refunds in May tax season.  Samjeomsam fee burden + no 100%-refund guarantee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5303520"/>
            <a:ext cx="3246120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303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9534F"/>
                </a:solidFill>
                <a:latin typeface="Calibri"/>
              </a:rPr>
              <a:t>Live product:  Tax-N-Benefit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9659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965960"/>
            <a:ext cx="37033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2402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Gap 3 - Inbound Travel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88920"/>
            <a:ext cx="33375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30M+ inbound foreign travelers / yr, but no AI 'Local's Pick' guide in 4 languages.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5303520"/>
            <a:ext cx="3246120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5303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9534F"/>
                </a:solidFill>
                <a:latin typeface="Calibri"/>
              </a:rPr>
              <a:t>Live product:  KORLENS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Product 1 - Cheonmyeongdang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Saju AI inference engine for global K-culture fans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cheonmyeongdang.vercel.app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350+ Korean myeongri (life-pillars) rule base + Claude Sonnet 4.6 LLM reasoning + Pollinations Flux visualization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Diagnoses: Saju (4-pillars), face reading, palmistry, dream interpretation, compatibility, new-year fortune, Tarot+Saju fusion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Global English-first. PayPal Smart Buttons live 2026-05-03, first global EN payment captured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Pricing: KRW 2,900 - 29,900 (single / monthly / annual - 3 tiers)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011680"/>
            <a:ext cx="4023360" cy="420624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PayPal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606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Live 2026-05-03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08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First EN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108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611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3 (single / mo / yr)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Price 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114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KRW 2,900 - 29,900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17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617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$13B Astrology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K-Astrology EN ~$200M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Product 2 - Tax-N-Benefit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Comprehensive income tax automation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tax-n-benefit-api.vercel.app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Claude API + NTS Hometax data API integration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AI-computed refund amount + 9.9% reasonable fee + 100% refund guarantee if zero refund found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Trust-based differentiation vs. Samjeomsam (15-30% fee, no guarantee)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BillGate PG integration complete - live for May tax season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011680"/>
            <a:ext cx="4023360" cy="420624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606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9.9 %  (vs 15-30%)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08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108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100% refund if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611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BillGate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114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May 2026 income tax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17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TAM (refunds)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617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KRW 2T / yr unclaimed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10M filers x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Product 3 - KORLENS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AI travel guide for Korea inbound visitors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korlens.app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AI-powered travel guide in 4 languages (KR / EN / JP / CN) for Korea visitors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Supabase + Google OAuth + proprietary 'Local's Pick' recommendation algorithm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Revenue: hotel / activity / dining affiliates + premium guide PDFs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Google Play Console closed-test track 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011680"/>
            <a:ext cx="4023360" cy="420624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606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4 (KR/EN/JP/CN)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08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1089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korlens.app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611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Play closed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Affiliate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114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Booking + Klook + Naver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617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TAM (inbound)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617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30M / yr foreign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120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MZ EN/JP ~30%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AI / 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Multi-modal stack powering 90+ automated tasks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 Stack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Text reasoning + content gen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Saju reading, tax advice, travel rec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Pollinations Flux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Image generation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Saju amulets, thumbnails, SEO images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Suno API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Music / BGM generation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Sori Atlas YouTube channel 24/7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ffmpeg + Whisper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Video composition + subtitles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K-Wisdom 5 channels daily auto-upload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Pollinations TTS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Voice synthesis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Faceless video EN narration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Vercel Functions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Serverless backend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PayPal / Toss webhook + payment verify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Supabase + Postgres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User / payment DB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KORLENS member management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Python schtask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Automation scheduler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90+ jobs auto-run every hour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AI 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 founder = 10-person AI startup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KunStudio runs a multi-agent Claude SDK architecture in which 90+ scheduled tasks execute every hour without human intervention. This pipeline covers content production, distribution, revenue monitoring and competitor intelligence end-to-end. Typical AI startups only hit this run-rate after hiring a 5-person PM + designer + marketing team - we do it at zero labor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91440" cy="1920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D9534F"/>
                </a:solidFill>
                <a:latin typeface="Calibri"/>
              </a:rPr>
              <a:t>90+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scheduled tasks / hour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4016" y="411480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14016" y="4114800"/>
            <a:ext cx="91440" cy="1920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44348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D9534F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525780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automation departments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411480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4114800"/>
            <a:ext cx="91440" cy="1920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44348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D9534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525780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apps in Play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411480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4114800"/>
            <a:ext cx="91440" cy="1920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4348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D9534F"/>
                </a:solidFill>
                <a:latin typeface="Calibri"/>
              </a:rPr>
              <a:t>27+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525780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KDP ebooks shipped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0144" y="411480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4114800"/>
            <a:ext cx="91440" cy="1920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44348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D9534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525780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YouTube channels live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411480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75520" y="4114800"/>
            <a:ext cx="91440" cy="1920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443484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D9534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257800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live AI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Market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TAM / SAM across 3-product lineup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31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731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Cheonmyeongdang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Global K-culture / Astrology fans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$13B Astrology global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K-Astrology EN search ~$200M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Tax-N-Benefit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Korean self-employed / freelancers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KRW 2T / yr unclaimed refunds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10M income-tax filers x 5%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731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KORLENS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Korea inbound travelers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30M / yr inbound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MZ EN/JP travelers ~30%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 b="1">
                          <a:solidFill>
                            <a:srgbClr val="101010"/>
                          </a:solidFill>
                          <a:latin typeface="Calibri"/>
                        </a:rPr>
                        <a:t>AI League sum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Global + domestic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KRW 10T+ AI domain integrated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000">
                          <a:solidFill>
                            <a:srgbClr val="101010"/>
                          </a:solidFill>
                          <a:latin typeface="Calibri"/>
                        </a:rPr>
                        <a:t>1st-year 0.01% = KRW 10B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521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SOM (12 mo) - MAU 50,000 across 3 products  -&gt;  MRR KRW 50M target by Q4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Live Validation - 2026-05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Already in production, already monetizing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Calibri"/>
              </a:rPr>
              <a:t>PayPal Smart Buttons - Live 2026-05-03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First global English payment transaction captured on Cheonmyeongdang. Korea's first 1-person AI startup with verified global English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Calibri"/>
              </a:rPr>
              <a:t>Gumroad - 27+ English ebooks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Korean culture / Saju / K-pop / K-beauty ebooks selling globally. Validates English audience appetite for K-culture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Calibri"/>
              </a:rPr>
              <a:t>K-Wisdom YouTube - 5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2064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Daily automated uploads in 5 channels - feeds inbound funnel for all 3 products.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51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251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010"/>
                </a:solidFill>
                <a:latin typeface="Calibri"/>
              </a:rPr>
              <a:t>Bluesky / Hashnode / Beehiiv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Multi-channel global SNS auto-publication keeps content distribution running 24/7 with zero 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Roadmap (2026.5 - 2027.4)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Quarterly milestones with KPI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May - Jun 2026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AI League entry + tax-refund automation live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5,000  /  MRR KRW 5M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Jul - Aug 2026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PayPal global EN revenue scale + AdSense approval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15,000  /  MRR KRW 15M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Sep - Oct 2026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KORLENS official launch + 4-language expansion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30,000  /  MRR KRW 30M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Nov - Dec 2026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B2B AI API sales (Saju / face-reading SDK)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50,000  /  MRR KRW 50M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Q1 2027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AI League win + Series A round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MRR KRW 100M  /  ARR KRW 1.2B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KRW 500M Spend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100% government funding, 0% co-pay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 (KRW)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1) AI model + infra upgrade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150,000,000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Claude API enterprise, Pollinations Pro, Suno Enterprise, GPU server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2) Global marketing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120,000,000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Pinterest / TikTok English ads, Google Ads (Astrology / Saju)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3) Hiring (3)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120,000,000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 AI engineer, 1 global marketer, 1 English content PM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4) Data + legal consulting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50,000,000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Saju dataset 350 -&gt; 2,000+, global payment regulation review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5) Certification + ops infra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60,000,000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AWS migration, ISMS prep, AI ethics audit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500,000,000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KRW 500M total - 100% gov. funding, 0% co-pay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Team &amp; External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 solo founder + 90+ automated tasks + key partners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3035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Calibri"/>
              </a:rPr>
              <a:t>Hong Deokhun (Founder / CEO)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b. 1985 - Gyeongju HQ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Solo operator of multi-agent Claude SDK architecture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13 automation departments built in 1 month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8 apps entered Google Play review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27+ KDP ebooks published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Direct technical owner of all 3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965960"/>
            <a:ext cx="55778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Calibri"/>
              </a:rPr>
              <a:t>External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Tax accountant - corporate / VAT advisory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Korea Tourism Organization - KORLENS contest entry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BillGate PG - Korean payment infra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Anthropic API - core LLM partner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PayPal Business - global EN payments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Vision &amp; Social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Korean culture x AI - 4-axis global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1155680" cy="18288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KunStudio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Build a 4-axis global AI platform stack - Cheonmyeongdang, KORLENS, Tax-N-Benefit, K-Wisdom - under one mission: 'Korean culture x AI automation'. 100-day target: KRW 1B revenue.  1-year target: Series A 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789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D9534F"/>
                </a:solidFill>
                <a:latin typeface="Calibri"/>
              </a:rPr>
              <a:t>■  </a:t>
            </a:r>
            <a:r>
              <a:rPr sz="1400">
                <a:solidFill>
                  <a:srgbClr val="101010"/>
                </a:solidFill>
                <a:latin typeface="Calibri"/>
              </a:rPr>
              <a:t>Maintain non-capital region HQ (Gyeongju) - create 3+ regional jobs in Year 1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D9534F"/>
                </a:solidFill>
                <a:latin typeface="Calibri"/>
              </a:rPr>
              <a:t>■  </a:t>
            </a:r>
            <a:r>
              <a:rPr sz="1400">
                <a:solidFill>
                  <a:srgbClr val="101010"/>
                </a:solidFill>
                <a:latin typeface="Calibri"/>
              </a:rPr>
              <a:t>Global digital export of Korean traditional culture - K-soft-power layer after BTS / K-drama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D9534F"/>
                </a:solidFill>
                <a:latin typeface="Calibri"/>
              </a:rPr>
              <a:t>■  </a:t>
            </a:r>
            <a:r>
              <a:rPr sz="1400">
                <a:solidFill>
                  <a:srgbClr val="101010"/>
                </a:solidFill>
                <a:latin typeface="Calibri"/>
              </a:rPr>
              <a:t>Solo AI-founder reference case - stimulate the next wave of solo Korean AI startups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KunStudio  |  K-Startup AI League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Contact &amp; Verification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Live links - all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Cheonmyeongdang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https://cheonmyeongdang.vercel.app  (PayPal global live 2026-05-03)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KORLENS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https://korlens.app  (Play Console closed 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Tax-N-Benefit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https://tax-n-benefit-api.vercel.app  (BillGate PG)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Gumroad EN ebooks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27+ products selling globally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K-Wisdom YouTube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5 channels - daily auto-upload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262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ghdejr11@gmail.com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Business Reg. 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292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552-59-00848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D4AF37"/>
                </a:solidFill>
                <a:latin typeface="Calibri"/>
              </a:rPr>
              <a:t>Thank you - KunStudio  |  Korean culture x AI, automated.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